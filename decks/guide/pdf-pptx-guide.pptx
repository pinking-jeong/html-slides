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D1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html-slides 사용 안내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PDF·PPTX 도 올릴 수 있습니다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는 갤러리 안에서 바로, PPTX 는 Office 웹 뷰어로 재생합니다.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6303A"/>
          </a:solidFill>
          <a:ln w="12700">
            <a:solidFill>
              <a:srgbClr val="2B4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재생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971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971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PDF.js 로 재생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971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6303A"/>
          </a:solidFill>
          <a:ln w="12700">
            <a:solidFill>
              <a:srgbClr val="2B4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971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Office 웹 뷰어로 재생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— 갤러리 안에서 바로 재생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384048" cy="384048"/>
          </a:xfrm>
          <a:prstGeom prst="ellipse">
            <a:avLst/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 함께 둔 PDF.js 로 그립니다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서비스로 파일을 보내지 않습니다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58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글꼴·배치가 원본 그대로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670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애니메이션은 빠지고 마지막 화면만 보입니다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19272"/>
            <a:ext cx="384048" cy="384048"/>
          </a:xfrm>
          <a:prstGeom prst="ellipse">
            <a:avLst/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282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PPTX 도 PDF 로 내보내 올리세요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694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기기에서나 가장 똑같이 보입니다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123444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1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발표할 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9240" y="1874520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8745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187452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478024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47802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+ Enter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47802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장으로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49240" y="308152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30815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 · 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08152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· 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49240" y="3685032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68503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68503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화면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PPTX — Microsoft Office 웹 뷰어로 재생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1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‘발표’를 누름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234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2F0EC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Office 웹 뷰어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서버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1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PPTX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1691640"/>
            <a:ext cx="502920" cy="0"/>
          </a:xfrm>
          <a:prstGeom prst="line">
            <a:avLst/>
          </a:prstGeom>
          <a:noFill/>
          <a:ln w="19050">
            <a:solidFill>
              <a:srgbClr val="00715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514600" y="2240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주소를 넘김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691640"/>
            <a:ext cx="502920" cy="0"/>
          </a:xfrm>
          <a:prstGeom prst="line">
            <a:avLst/>
          </a:prstGeom>
          <a:noFill/>
          <a:ln w="19050">
            <a:solidFill>
              <a:srgbClr val="00715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394960" y="2240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가져가 그림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MB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 재생 — 넘으면 갤러리에서 받기만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Q&amp;A 답변(2017) 기준 — 공식 문서의 값은 아닙니다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2990088"/>
            <a:ext cx="109728" cy="109728"/>
          </a:xfrm>
          <a:prstGeom prst="ellipse">
            <a:avLst/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80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주소가 Microsoft 로 전달됩니다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3493008"/>
            <a:ext cx="109728" cy="109728"/>
          </a:xfrm>
          <a:prstGeom prst="ellipse">
            <a:avLst/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83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· 효과가 원본과 다를 수 있습니다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3995928"/>
            <a:ext cx="109728" cy="109728"/>
          </a:xfrm>
          <a:prstGeom prst="ellipse">
            <a:avLst/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886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PC 의 미리 보기에서는 재생하지 않습니다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확실한 방법 — PDF 와 PPTX 를 함께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1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 add </a:t>
            </a:r>
            <a:pPr indent="0" marL="0">
              <a:buNone/>
            </a:pPr>
            <a:r>
              <a:rPr lang="en-US" sz="1800" b="1" dirty="0">
                <a:solidFill>
                  <a:srgbClr val="1521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"발표.pdf"</a:t>
            </a:r>
            <a:pPr indent="0" marL="0">
              <a:buNone/>
            </a:pPr>
            <a:r>
              <a:rPr lang="en-US" sz="1800" b="1" dirty="0">
                <a:solidFill>
                  <a:srgbClr val="00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--pptx </a:t>
            </a:r>
            <a:pPr indent="0" marL="0">
              <a:buNone/>
            </a:pPr>
            <a:r>
              <a:rPr lang="en-US" sz="1800" b="1" dirty="0">
                <a:solidFill>
                  <a:srgbClr val="1521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"발표.pptx"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E2F0EC"/>
          </a:solidFill>
          <a:ln w="12700">
            <a:solidFill>
              <a:srgbClr val="E2F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71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505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제목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12장 · PDF · PPTX 포함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7490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749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단추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로 재생합니다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⋯ 메뉴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PowerPoint 로 보기 · 받기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원본을 고치면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· sync 가 둘 다 올립니다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같으면 한 덱 · 올리기 전에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00715E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74520" y="128016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2F0EC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280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2801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2F0EC"/>
          </a:solidFill>
          <a:ln w="12700">
            <a:solidFill>
              <a:srgbClr val="007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것이 덱이 되고, 뒤의 것은 그 덱에 붙습니다.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붙은 파일은 ⋯ 메뉴에서 보고 받습니다.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slides remove 는 이름이 같은 묶음을 함께 내립니다.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발표.html · 발표.pdf · 발표.pptx · 발표.meta.json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공개되는 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2084832"/>
            <a:ext cx="109728" cy="109728"/>
          </a:xfrm>
          <a:prstGeom prst="ellipse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965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문서 정보(만든 이 · 주제 · 키워드)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816352"/>
            <a:ext cx="109728" cy="109728"/>
          </a:xfrm>
          <a:prstGeom prst="ellipse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PPTX 만든 이 · 발표자 노트 · 메모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3547872"/>
            <a:ext cx="109728" cy="109728"/>
          </a:xfrm>
          <a:prstGeom prst="ellipse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본문 글자는 다 훑지 못합니다 — 올리기 전에 직접 확인하세요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html-slides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PDF·PPTX 올리는 법</dc:title>
  <dc:subject>html-slides 사용 안내</dc:subject>
  <dc:creator>html-slides</dc:creator>
  <cp:lastModifiedBy>html-slides</cp:lastModifiedBy>
  <cp:revision>1</cp:revision>
  <dcterms:created xsi:type="dcterms:W3CDTF">2026-10-09T20:25:19Z</dcterms:created>
  <dcterms:modified xsi:type="dcterms:W3CDTF">2026-10-09T20:25:19Z</dcterms:modified>
</cp:coreProperties>
</file>